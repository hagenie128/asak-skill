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870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팀명 다비치, 팀원 이하진·김나연. 멘토(강사) 이름만 확인해 채운다. 기간은 회의록 2026-W27~W32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목차. 5개 섹션은 결과보고서 표준 구성을 따른다.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개요. 실제로 구현하지 않은 결제 수단·AI 추천·하드웨어 제어는 쓰지 않는다. 기대 효과는 수치 없이 목표로만 서술한다.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구성. WBS 담당 건수와 워크로그 entries 기준으로 작성했다. 이하진 26건 · 김나연 15건.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절차. 1~6단계 완료, 7 실서버 연동·8 통합 검증은 진행 중이다. current-status-baseline.md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경과 요약. 이후 7~20쪽에서 각 항목을 상세히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활용 기술. 표에 적은 기술은 실제 저장소에서 사용 중인 것만 기재한다.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구조. RTOS·임베디드·카드리더기·프린터는 구현 범위가 아니므로 넣지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1/2. 아삭_mysql.sql 정본 기준. 전체 24개 테이블 중 메뉴·옵션 핵심 9개만 표시했고 부가 테이블은 하단에 이름으로 남겼다.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2/2. 주문 상태·주문 유형·결제 수단·결제 상태는 모두 common_code를 참조하는 공통코드 구조다. code_group → common_code → orders/payment/pay_method_cfg 경로를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화면설계서. Figma 화면 흐름 캡처를 확보하면 3개 자리표시자를 교체한다.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상세 화면. 옵션 정책(min_select·max_select)과 제외 가능 재료(can_remove)가 화면에 반영되는 지점이다.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장바구니 화면. 결제 API 연결 전이면 "결제 화면으로 이동"까지만 말하고 결제 성공 결과는 언급하지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주문 관리. Live 주문 또는 주문 관리 화면 캡처를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메뉴 관리. 조회만 구현했다면 제목을 "메뉴 정보 조회"로 바꾼다.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프로세스. 06 1차 통합을 현재 단계로 강조했다. 실제 진행 단계에 맞춰 강조 위치를 옮긴다.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피드백. 4건 모두 회의록에 날짜와 함께 기록된 실제 강사 피드백이다. 8/4 항목의 주문 생성·결제 연동은 아직 진행 중임을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1/2. 캡처 칸 크기는 동일하게 두고 이미지 비율은 유지한다. 늘려 맞추지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2/2. 설계·검증 산출물. 실제 확보한 자료만 남기고 나머지 칸은 삭제한다.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자체 평가. current-status-baseline.md의 「mock 1차 연결은 DONE이 아니다」 원칙을 그대로 따라 보완할 점을 서술했다. 점수는 넣지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질의응답으로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212140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11880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86216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11880" y="431596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11880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86216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1352" y="41148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9253728" y="0"/>
            <a:ext cx="100584" cy="1408176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56432" y="4636008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898648" y="4910328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0" y="1700784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그린컴퓨터아카데미 신촌 · 키오스크 풀스택 개발자 양성과정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2633472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샐러드 스마트 키오스크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0" y="3529584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선택이 많은 샐러드 주문을 고객 키오스크와 관리자 운영 화면으로 연결한다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13048" y="4846320"/>
            <a:ext cx="4572000" cy="69494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13048" y="4956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TEAM 다비치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13048" y="5212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이하진 · 김나연   |   </a:t>
            </a:r>
            <a:r>
              <a:rPr lang="en-US" sz="105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멘토</a:t>
            </a: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남상규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0" y="6291072"/>
            <a:ext cx="12191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결과보고서_다비치(ASAK 샐러드 스마트 키오스크)  ·  2026.06.29 ~ 2026.08.07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8912" y="140817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438912" y="1993392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38912" y="21579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21579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2128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· 배경 · 범위 · 기대 효과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2633472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" y="2779776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8912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9443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팀 구성 및 역할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99923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화면 · API · 산출물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98448" y="3419856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" y="3566160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8912" y="37307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7307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절차 및 방법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3785616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→ 설계 → 개발 → 통합 → QA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98448" y="4206240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" y="4352544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8912" y="45171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51713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경과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572000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· 구조 · ERD · 화면 · 결과물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98448" y="4992624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Shape 22"/>
          <p:cNvSpPr/>
          <p:nvPr/>
        </p:nvSpPr>
        <p:spPr>
          <a:xfrm>
            <a:off x="438912" y="5138928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38912" y="53035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53035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자체 평가 의견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535838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잘한 점 · 보완할 점 · 배운 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98448" y="5779008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프로젝트 개요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선택이 많은 샐러드 주문을 고객 키오스크와 관리자 운영 화면으로 연결한다.  ·  2인 팀 · 6주 · 저장소 4개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주제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선정 배경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2962656"/>
            <a:ext cx="18196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 주문은 메뉴 외에도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선택, 재료 제외,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 변경처럼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항목이 많다.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과정을 쉽게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이해할 수 있는 흐름을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만들고자 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75204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특화 포인트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차별화 내용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2962656"/>
            <a:ext cx="18196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메뉴 주문이 아니라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정책, 제외 재료,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여부, 수량 제한을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흐름에 반영한다.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결과는 관리자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화면에서 확인한다.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111496" y="1883664"/>
            <a:ext cx="2116836" cy="420624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내용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2962656"/>
            <a:ext cx="18196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메뉴 목록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장바구니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 · 품절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· 주문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검증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447788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장비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자료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612380" y="2962656"/>
            <a:ext cx="18196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Zustand · Axios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Bruno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Screen Bible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WBS · API 명세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784080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방안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2962656"/>
            <a:ext cx="18196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복잡한 옵션을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흐름에 따라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선택할 수 있다.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운영자는 주문과 메뉴를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화면에서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수 있다.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입력 오류를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줄이는 것이 목표다.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팀 구성 및 역할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팀 구성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팀으로 저장소 4개(문서 · Kiosk · Admin · Backend)를 나누어 맡고, WBS 85건을 증거 기준으로 관리했다.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2139696"/>
            <a:ext cx="658368" cy="658368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" y="228600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36192" y="2331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이하진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462272" y="23500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WBS 26건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30752" y="2039112"/>
            <a:ext cx="2103120" cy="23774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730752" y="2059665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기획 · 문서 · 관리자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" y="3054096"/>
            <a:ext cx="5047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문서·WBS·ERD·API 명세 정본 관리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디자인 토큰 · 공통 컴포넌트 · 화면 매핑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전 화면 구현 — Live 주문 · 주문 관리 · 상태 전환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· 메뉴 · 결제수단 · 매출 · 대시보드 화면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실서버 API 연동, DB 스키마 반영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9963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55664" y="2139696"/>
            <a:ext cx="658368" cy="658368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55664" y="230428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김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296912" y="21945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김나연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222992" y="22494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WBS 15건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96912" y="2560320"/>
            <a:ext cx="2103120" cy="23774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296912" y="26060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키오스크 · 백엔드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55664" y="3054096"/>
            <a:ext cx="5047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화면 Figma 초기 설계 (로그인 · 주문 현황 · 매출)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전 화면 구현 — 라우트 · 메뉴 목록 · 상세 · 옵션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필수·선택 옵션 활성 조건, 알레르기 조건부 표시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 제한(메뉴 9개 · 장바구니 30개) 및 초과 안내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· 주문 완료 · 타임아웃 화면, Kiosk 실서버 API 연동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8912" y="5303520"/>
            <a:ext cx="11313871" cy="56692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" y="54498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멘토</a:t>
            </a: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남상규</a:t>
            </a: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주차별 강사 피드백으로 API 계약 · 상태 관리 · 수직 슬라이스 구현 순서를 조정했다.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절차 및 방법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수행 절차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주차별 회의록과 WBS를 근거로 8단계를 진행했다. 7단계 실서버 연동과 8단계 통합 검증은 현재 진행 중이다.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236976"/>
            <a:ext cx="105613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0312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기획 · 요구사항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W27  6/29~7/5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94560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19456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72868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691640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· DB 설계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W28  7/6~7/12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75888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7588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54196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72968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Figma UI 확정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172968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W29  7/13~7/19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57216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157216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35524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654296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화면 구현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654296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W29~W30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38544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38544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16852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135624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화면 구현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135624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W30  7/20~7/26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1987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11987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298180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616952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API 계약 · 백엔드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616952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W30~W31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0120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779508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09828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실서버 연동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098280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W31~W32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1082528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108252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1260836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0579608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통합 검증 · 문서화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579608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W32  8/3~8/7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38912" y="5212080"/>
            <a:ext cx="11313871" cy="51206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31520" y="53583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 개발기간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0" y="532180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2026.06.29  ~  2026.08.07   (6주 · ISO W27~W32)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경과 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· 화면 · 프로세스 · 피드백 · 결과물 다섯 축으로 수행 경과를 정리했다.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방법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2962656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기반 Kiosk /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화면과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MyBatis ·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 기반 API 구조를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75204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기능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화면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2962656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·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재료 · 수량 선택,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장바구니,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· 메뉴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화면을 구성했다.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111496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수행 프로세스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2962656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분석부터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UI/DB 설계, 화면 · API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개발, 통합, QA,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준비까지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단계별로 진행했다.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447788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반영 내용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612380" y="2962656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검토에서 확인된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 · 주문 검증 ·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구조 사항을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보완했다.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784080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첨부 자료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2962656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Kiosk, Admin, ERD,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테스트,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WBS 자료를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결과물로 정리했다.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 및 구현 방법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및 구현 방법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645920"/>
            <a:ext cx="2011680" cy="347472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" y="173736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50592" y="1645920"/>
            <a:ext cx="3291840" cy="347472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578608" y="173736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42432" y="1645920"/>
            <a:ext cx="6010351" cy="347472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70448" y="173736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내용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993392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21671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프론트엔드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50592" y="1993392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578608" y="216712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 · Zustand · Axios · Vite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42432" y="1993392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870448" y="2167128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Home, 메뉴 목록 · 상세, 장바구니, 결제 관련 화면 및 주문 상태 관리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" y="2505456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438912" y="2505456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6928" y="267919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프론트엔드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50592" y="2505456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578608" y="267919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 · Zustand · Axios · Vite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42432" y="2505456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870448" y="2679192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주문, 주문 관리, 메뉴 관리, 품절 · 판매 관련 화면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912" y="3017520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Shape 32"/>
          <p:cNvSpPr/>
          <p:nvPr/>
        </p:nvSpPr>
        <p:spPr>
          <a:xfrm>
            <a:off x="438912" y="3017520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66928" y="319125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450592" y="3017520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578608" y="319125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 · MyBatis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742432" y="3017520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870448" y="3191256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· 관리자 API, 메뉴 · 옵션 · 주문 검증 및 상태 처리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8912" y="3529584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1" name="Shape 39"/>
          <p:cNvSpPr/>
          <p:nvPr/>
        </p:nvSpPr>
        <p:spPr>
          <a:xfrm>
            <a:off x="438912" y="3529584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66928" y="370332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데이터베이스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450592" y="3529584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578608" y="370332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742432" y="3529584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870448" y="370332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— 메뉴 · 재료 · 옵션 정책 · 주문 · 결제, 상태값은 공통코드로 관리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38912" y="4041648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Shape 46"/>
          <p:cNvSpPr/>
          <p:nvPr/>
        </p:nvSpPr>
        <p:spPr>
          <a:xfrm>
            <a:off x="438912" y="4041648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566928" y="421538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협업 · 검증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450592" y="4041648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2578608" y="421538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· Figma · Bruno · WBS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742432" y="4041648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870448" y="4215384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형상 관리, 화면 설계, API 테스트, 작업 상태 관리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38912" y="4553712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5" name="Shape 53"/>
          <p:cNvSpPr/>
          <p:nvPr/>
        </p:nvSpPr>
        <p:spPr>
          <a:xfrm>
            <a:off x="438912" y="4846320"/>
            <a:ext cx="11313871" cy="109728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0080" y="49926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방법 요약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Kiosk와 Admin은 역할별로 독립된 React 애플리케이션으로 구성하고, Spring Boot API를 통해 메뉴 · 옵션 · 주문 데이터를 조회 · 검증한다.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Mapper는 메뉴 구성과 주문 저장에 필요한 테이블 관계를 연결한다.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전체 구조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1737360"/>
            <a:ext cx="384048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4128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2433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(React)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Menu · Detail · Cart · Payment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Router · Zustand · Axios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34656" y="1737360"/>
            <a:ext cx="384048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383D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35824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(React)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35824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 · 메뉴 관리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· 결제수단 · 매출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3236976"/>
            <a:ext cx="2697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54896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3236976"/>
            <a:ext cx="26883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3108960"/>
            <a:ext cx="13258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40680" y="3154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 API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99048" y="3364992"/>
            <a:ext cx="0" cy="201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3566160"/>
            <a:ext cx="5605272" cy="11887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493008" y="37124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Spring Boot Backend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4078224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Controller · Admin Controller · Service · Validation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Mapper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99048" y="475488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86784" y="5029200"/>
            <a:ext cx="4215384" cy="786384"/>
          </a:xfrm>
          <a:prstGeom prst="rect">
            <a:avLst/>
          </a:prstGeom>
          <a:solidFill>
            <a:srgbClr val="4A7A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187952" y="5138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MySQL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187952" y="54681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· menu · ing · opt_policy · orders · payment · common_code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ERD — 메뉴 · 재료 · 옵션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1/2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20756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cat_id  FK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image_url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menu_opt_policy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priority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required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opt_policy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policy_key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269480" y="2514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opt_group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group_type_id  FK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692640" y="20756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692640" y="22951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291840"/>
            <a:ext cx="16916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" y="329184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411480" y="33558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ing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11480" y="36118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411480" y="383133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411480" y="4050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type_id  FK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411480" y="42702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kcal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411480" y="448970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protein_g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11480" y="4709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331720" y="3291840"/>
            <a:ext cx="20574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31720" y="329184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2423160" y="33558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menu_ing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2423160" y="36118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2423160" y="38313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2423160" y="40507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2423160" y="42702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role_id  FK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2423160" y="44897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2423160" y="47091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can_remove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2423160" y="49286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78040" y="3291840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178040" y="329184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7269480" y="33558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opt_policy_item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7269480" y="3611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7269480" y="38313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7269480" y="40507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7269480" y="42702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7269480" y="44897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7269480" y="47091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601200" y="3291840"/>
            <a:ext cx="1920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601200" y="329184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9692640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9692640" y="3611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9692640" y="38313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87" name="Text 85"/>
          <p:cNvSpPr txBox="1"/>
          <p:nvPr/>
        </p:nvSpPr>
        <p:spPr>
          <a:xfrm>
            <a:off x="9692640" y="40507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9692640" y="42702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9692640" y="44897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4709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688336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281160" y="36758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561320" y="2468880"/>
            <a:ext cx="0" cy="8229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291840" y="2688336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011680" y="36758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97280" y="4882896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97280" y="5358384"/>
            <a:ext cx="9464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561320" y="4882896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274320" y="5687568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메뉴는 카테고리 · 기본 재료(menu_ing) · 옵션 정책(menu_opt_policy)으로 구성하며, 옵션 선택 조건(min/max_select)과 제외 가능 재료(can_remove)를 주문 화면에 제공한다.</a:t>
            </a:r>
            <a:endParaRPr lang="en-US" sz="1150" dirty="0"/>
          </a:p>
        </p:txBody>
      </p:sp>
      <p:sp>
        <p:nvSpPr>
          <p:cNvPr id="103" name="Text 101"/>
          <p:cNvSpPr txBox="1"/>
          <p:nvPr/>
        </p:nvSpPr>
        <p:spPr>
          <a:xfrm>
            <a:off x="274320" y="5980176"/>
            <a:ext cx="116430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부가 테이블 — tag · menu_tag · allergen · ing_allergen · menu_nutr · opt_item_comp · menu_opt_override (전체 24개 테이블 중 핵심 9개만 표시)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ERD — 주문 · 결제 · 공통코드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2/2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code_group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group_code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common_code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code_grp_id  FK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09728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order_no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order_type_id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total_price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5146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order_item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109728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331720" y="3017520"/>
            <a:ext cx="20574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31720" y="301752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2423160" y="3081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pay_method_cfg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2423160" y="33375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2423160" y="35570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2423160" y="3776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2423160" y="39959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301752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09160" y="301752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800600" y="30815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payment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3337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800600" y="35570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4800600" y="3776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4800600" y="39959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4800600" y="42153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amount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4800600" y="44348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paid_at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178040" y="301752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78040" y="301752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7269480" y="3081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order_item_option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7269480" y="3337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7269480" y="3557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7269480" y="3776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7269480" y="3995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7269480" y="42153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601200" y="301752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01200" y="301752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9692640" y="3081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9692640" y="3337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9692640" y="3557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9692640" y="3776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178040" y="4754880"/>
            <a:ext cx="2103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178040" y="47548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7269480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item_exclusion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7269480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7269480" y="5294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7269480" y="55138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9601200" y="47548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601200" y="47548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9692640" y="4818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ing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074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9692640" y="52943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28116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9184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48640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229600" y="2468880"/>
            <a:ext cx="0" cy="548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281160" y="340156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281160" y="51389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967728" y="2103120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967728" y="2103120"/>
            <a:ext cx="0" cy="303580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967728" y="5138928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274320" y="585216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주문은 메뉴 단위의 주문 항목으로 저장하고, 선택 옵션(order_item_option)과 제외 재료(item_exclusion)를 주문 항목에 연결해 주문 내용을 보존한다.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화면설계서 — 키오스크 주문 흐름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화면설계서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카테고리 선택에서 장바구니까지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3639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카테고리별 메뉴를 조회하고,</a:t>
            </a:r>
            <a:endParaRPr lang="en-US" sz="12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화면에서 옵션 · 제외 재료 ·</a:t>
            </a:r>
            <a:endParaRPr lang="en-US" sz="12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수량을 선택합니다.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255264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결과는 장바구니에 반영되어</a:t>
            </a:r>
            <a:endParaRPr lang="en-US" sz="12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금액을 확인할 수 있습니다.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8912" y="4023360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" y="40690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4389120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8912" y="44348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" y="4754880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8912" y="48006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79392" y="1517904"/>
            <a:ext cx="7479792" cy="44805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1956816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09160" y="34747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37307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20840" y="3721608"/>
            <a:ext cx="29260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9" name="Shape 27"/>
          <p:cNvSpPr/>
          <p:nvPr/>
        </p:nvSpPr>
        <p:spPr>
          <a:xfrm>
            <a:off x="7013448" y="1956816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13448" y="34747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옵션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013448" y="37307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25128" y="3721608"/>
            <a:ext cx="29260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3" name="Shape 31"/>
          <p:cNvSpPr/>
          <p:nvPr/>
        </p:nvSpPr>
        <p:spPr>
          <a:xfrm>
            <a:off x="9317736" y="1956816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17736" y="34747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317736" y="37307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— 카테고리 선택 → 메뉴 선택 → 옵션 · 제외 재료 · 수량 → 장바구니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상태(기본 · 품절 · 선택 불가)는 Screen Bible 기준으로 정의했습니다.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 및 카테고리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 및 카테고리 선택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555955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카테고리별로 메뉴를 조회하고, 각 메뉴의</a:t>
            </a:r>
            <a:endParaRPr lang="en-US" sz="13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 · 가격 · 이미지 · 품절 여부를 확인합니다.</a:t>
            </a:r>
            <a:endParaRPr lang="en-US" sz="1300" dirty="0"/>
          </a:p>
          <a:p>
            <a:pPr marL="0" indent="0" algn="l">
              <a:lnSpc>
                <a:spcPct val="155000"/>
              </a:lnSpc>
              <a:buNone/>
            </a:pPr>
            <a:endParaRPr lang="en-US" sz="13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원하는 메뉴를 선택해</a:t>
            </a:r>
            <a:endParaRPr lang="en-US" sz="13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화면으로 이동합니다.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" y="4114800"/>
            <a:ext cx="555955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261104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목록은 샐러드 주문 흐름의 시작점이며,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메뉴는 선택하지 못하도록 안내합니다.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9632" y="1517904"/>
            <a:ext cx="555955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812280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134856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전환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199632" y="559612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카테고리 선택 · 품절 표시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 API(GET /api/kiosk/categories · menuList)는 구현되어 있고, 실 DB 응답 검증이 남아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 및 옵션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 및 옵션 선택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555955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기본 정보와 가격을 확인한 뒤 옵션 정책에</a:t>
            </a:r>
            <a:endParaRPr lang="en-US" sz="13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 필수 · 선택 항목을 고릅니다.</a:t>
            </a:r>
            <a:endParaRPr lang="en-US" sz="1300" dirty="0"/>
          </a:p>
          <a:p>
            <a:pPr marL="0" indent="0" algn="l">
              <a:lnSpc>
                <a:spcPct val="155000"/>
              </a:lnSpc>
              <a:buNone/>
            </a:pPr>
            <a:endParaRPr lang="en-US" sz="13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재료 중 제외 가능한 재료를 선택하고,</a:t>
            </a:r>
            <a:endParaRPr lang="en-US" sz="13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수량을 변경할 수 있습니다.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" y="4114800"/>
            <a:ext cx="555955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261104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 조건 · 품절 여부 · 수량 제한은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전 서버에서 다시 검증합니다.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9632" y="1517904"/>
            <a:ext cx="555955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812280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134856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199632" y="559612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옵션 선택 · 제외 재료 · 수량 변경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API(POST /api/kiosk/cart/validate)가 서버에서 총액을 재계산합니다.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 및 결제 이동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 및 결제 이동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555955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장바구니에서 선택한 메뉴, 옵션, 제외 재료,</a:t>
            </a:r>
            <a:endParaRPr lang="en-US" sz="13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수량, 주문 금액을 확인합니다.</a:t>
            </a:r>
            <a:endParaRPr lang="en-US" sz="1300" dirty="0"/>
          </a:p>
          <a:p>
            <a:pPr marL="0" indent="0" algn="l">
              <a:lnSpc>
                <a:spcPct val="155000"/>
              </a:lnSpc>
              <a:buNone/>
            </a:pPr>
            <a:endParaRPr lang="en-US" sz="13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주문 내용을 검토한 뒤</a:t>
            </a:r>
            <a:endParaRPr lang="en-US" sz="13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화면으로 이동합니다.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" y="4114800"/>
            <a:ext cx="555955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261104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완료 처리 범위는 팀 확인 후 확정합니다.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현재는 결제 화면 이동까지 표현합니다.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9632" y="1517904"/>
            <a:ext cx="555955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812280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134856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화면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199632" y="559612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· 주문 금액 확인 · 결제 화면 이동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API와 결제 승인 연동은 현재 구현 중이며, 완료 처리 결과는 아직 시연 범위가 아닙니다.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주문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15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주문 관리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3639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관리자는 Live 주문과 주문 목록에서</a:t>
            </a:r>
            <a:endParaRPr lang="en-US" sz="13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번호, 주문 메뉴, 주문 상태를 확인합니다.</a:t>
            </a:r>
            <a:endParaRPr lang="en-US" sz="1300" dirty="0"/>
          </a:p>
          <a:p>
            <a:pPr marL="0" indent="0" algn="l">
              <a:lnSpc>
                <a:spcPct val="155000"/>
              </a:lnSpc>
              <a:buNone/>
            </a:pPr>
            <a:endParaRPr lang="en-US" sz="13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상세에서는 선택 옵션과</a:t>
            </a:r>
            <a:endParaRPr lang="en-US" sz="13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재료 정보를 확인합니다.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" y="4242816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3891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상태는 접수 · 준비 · 완료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흐름에 맞춰 관리합니다.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7939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463600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63600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1920 × 1080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 · 주문 상세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조회 · Live · 상태 변경 API 경로는 구현되어 있으며, 통합 테스트가 진행 중입니다.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메뉴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16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101584" y="16459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메뉴 관리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01584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01584" y="2267712"/>
            <a:ext cx="3639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관리자는 메뉴 목록 · 상세 · 카테고리</a:t>
            </a:r>
            <a:endParaRPr lang="en-US" sz="13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정보를 조회합니다.</a:t>
            </a:r>
            <a:endParaRPr lang="en-US" sz="1300" dirty="0"/>
          </a:p>
          <a:p>
            <a:pPr marL="0" indent="0" algn="l">
              <a:lnSpc>
                <a:spcPct val="155000"/>
              </a:lnSpc>
              <a:buNone/>
            </a:pPr>
            <a:endParaRPr lang="en-US" sz="13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메뉴의 기본 정보와 옵션 정책은</a:t>
            </a:r>
            <a:endParaRPr lang="en-US" sz="13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주문 화면에 제공되는 데이터의 기준이 됩니다.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01584" y="4242816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02752" y="43891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· 수정 · 삭제 가능 범위는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확인 후 제목과 본문을 조정합니다.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1920 × 1080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메뉴 상세 · 품절 관리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조회는 API 연동, 등록 · 수정 · 삭제는 mock 제거 작업이 진행 중입니다.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수행 프로세스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737360"/>
            <a:ext cx="1097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1847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22677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요구사항 분석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2523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536192" y="2258568"/>
            <a:ext cx="164592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8" name="Shape 16"/>
          <p:cNvSpPr/>
          <p:nvPr/>
        </p:nvSpPr>
        <p:spPr>
          <a:xfrm>
            <a:off x="1700784" y="1737360"/>
            <a:ext cx="1097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28800" y="1847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22677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UI/DB 설계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0" y="2523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ERD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98064" y="2258568"/>
            <a:ext cx="164592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3" name="Shape 21"/>
          <p:cNvSpPr/>
          <p:nvPr/>
        </p:nvSpPr>
        <p:spPr>
          <a:xfrm>
            <a:off x="2962656" y="1737360"/>
            <a:ext cx="1097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90672" y="1847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3090672" y="22677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키오스크 개발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090672" y="2523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059936" y="2258568"/>
            <a:ext cx="164592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8" name="Shape 26"/>
          <p:cNvSpPr/>
          <p:nvPr/>
        </p:nvSpPr>
        <p:spPr>
          <a:xfrm>
            <a:off x="4224528" y="1737360"/>
            <a:ext cx="1097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52544" y="1847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4352544" y="22677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개발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352544" y="2523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21808" y="2258568"/>
            <a:ext cx="164592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3" name="Shape 31"/>
          <p:cNvSpPr/>
          <p:nvPr/>
        </p:nvSpPr>
        <p:spPr>
          <a:xfrm>
            <a:off x="9906000" y="1737360"/>
            <a:ext cx="1097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34016" y="1847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10034016" y="22677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 개발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034016" y="2523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API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69848" y="3383280"/>
            <a:ext cx="1097280" cy="109728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197864" y="3493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197864" y="39136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1차 통합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197864" y="4169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메뉴 API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167128" y="3904488"/>
            <a:ext cx="164592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383280"/>
            <a:ext cx="1097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459736" y="3493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2459736" y="39136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DB 연동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2459736" y="4169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429000" y="3904488"/>
            <a:ext cx="164592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7" name="Shape 45"/>
          <p:cNvSpPr/>
          <p:nvPr/>
        </p:nvSpPr>
        <p:spPr>
          <a:xfrm>
            <a:off x="3593592" y="3383280"/>
            <a:ext cx="1097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721608" y="3493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3721608" y="39136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테스트 QA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3721608" y="4169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· 브라우저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90872" y="3904488"/>
            <a:ext cx="164592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2" name="Shape 50"/>
          <p:cNvSpPr/>
          <p:nvPr/>
        </p:nvSpPr>
        <p:spPr>
          <a:xfrm>
            <a:off x="8639048" y="3383280"/>
            <a:ext cx="1097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767064" y="3493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8767064" y="39136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시연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8767064" y="4169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정리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38912" y="5120640"/>
            <a:ext cx="11313871" cy="566928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38912" y="5285232"/>
            <a:ext cx="11313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분석  →  UI/DB 설계  →  키오스크 · 관리자 · 백엔드 개발  →  1차 통합  →  DB 연동  →  테스트 QA  →  발표 시연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 및 반영 내용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912" y="19385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07.14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10512" y="1554480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7510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path 형식과 camelCase / snake_case가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통일되어 있지 않다. 전역 상태도 과다하다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02552" y="2011680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9" name="Shape 17"/>
          <p:cNvSpPr/>
          <p:nvPr/>
        </p:nvSpPr>
        <p:spPr>
          <a:xfrm>
            <a:off x="7114032" y="1554480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7862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27862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경로 · 네이밍 규칙을 명세로 통일하고,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상태를 주문 세션 하나로 축소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" y="2670048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38912" y="30540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07.23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10512" y="2670048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7510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97510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DTO와 Mapper 구조를 정리하고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수직 슬라이스 한 경로로 완성하라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02552" y="3127248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8" name="Shape 26"/>
          <p:cNvSpPr/>
          <p:nvPr/>
        </p:nvSpPr>
        <p:spPr>
          <a:xfrm>
            <a:off x="7114032" y="2670048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7862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7862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dto/request · dto/response 분리,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인터페이스 Mapper로 전환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" y="3785616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38912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07.24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10512" y="3785616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7510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97510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문서의 테이블 정의와 실제 MySQL 스키마가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일치하는지 비교가 필요하다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02552" y="4242816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7" name="Shape 35"/>
          <p:cNvSpPr/>
          <p:nvPr/>
        </p:nvSpPr>
        <p:spPr>
          <a:xfrm>
            <a:off x="7114032" y="3785616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27862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27862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API 명세를 실제 스키마와 대조해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· FK 39건 기준으로 정리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" y="4901184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38912" y="5285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08.04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810512" y="4901184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97510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97510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장바구니에서 주문 생성 API까지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실연결하고 DB로 검증하라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702552" y="5358384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6" name="Shape 44"/>
          <p:cNvSpPr/>
          <p:nvPr/>
        </p:nvSpPr>
        <p:spPr>
          <a:xfrm>
            <a:off x="7114032" y="4901184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27862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27862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API 서버 재계산 구현,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· 결제 승인 연동은 진행 중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38912" y="5998464"/>
            <a:ext cx="113138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— 회의록 2026-W29 · W30 · W32 「강사 피드백」 항목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 첨부 자료 — 화면 결과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: 16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0480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40480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: 16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· 제외 재료 · 수량 선택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대표 시연 흐름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선택 → 옵션 · 제외 재료 · 수량 선택 →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확인 → 주문 생성 → 관리자 주문 확인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797296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[시연 영상 제출 시 파일명 또는 링크 입력]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기타 참고 자료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Screen Bible · API 명세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WBS · Bruno API 테스트 자료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· GitHub 저장소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 첨부 자료 — 설계 · 검증 산출물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: 16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키오스크 화면 설계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3300984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00984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00984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데이터 모델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결제 데이터 모델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· DB 확인 자료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 범위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설계, 데이터 모델, API 테스트 자료를 함께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관리해 구현 화면과 데이터 흐름을 추적했습니다.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797296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[검증 결과 요약 입력]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산출물 목록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· Screen Bible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ERD · 주문 · 결제 ERD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컬렉션 · MySQL 조회 결과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자체 평가 의견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자체 평가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3639312" cy="4480560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173736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현재 단계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048256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실서버 연동</a:t>
            </a:r>
            <a:endParaRPr lang="en-US" sz="2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중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0080" y="3145536"/>
            <a:ext cx="3236976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401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56616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WBS 항목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428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40740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테이블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0840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524865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66928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— wbs.md · 아삭_mysql.sql · 저장소 baseline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79392" y="1554480"/>
            <a:ext cx="7479792" cy="1389888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1719072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잘한 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2084832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팀이 문서 · Kiosk · Admin · Backend를 저장소로 분리하고, 옵션 정책과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재료까지 반영한 24개 테이블 데이터 모델을 설계했습니다.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79392" y="3090672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79392" y="3090672"/>
            <a:ext cx="45720" cy="138988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480560" y="3255264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보완할 점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3621024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주문 생성과 결제 승인 API가 미완성이고, 관리자 화면 다수가 아직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mock 연결 단계입니다. QA 테스트 케이스도 실행 증거가 없어 검증이 남아 있습니다.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79392" y="4626864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79392" y="4626864"/>
            <a:ext cx="45720" cy="1389888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480560" y="4791456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프로젝트를 통해 배운 점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5157216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· API · DB를 따로 확인하는 것만으로는 부족했습니다. 강사 피드백대로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Controller → Service → Mapper → DB를 한 경로로 완성하는 순서가 중요했습니다.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466344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82296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4480560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0" y="2286000"/>
            <a:ext cx="12191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샐러드 스마트 키오스크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310896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선택 → 옵션 · 제외 재료 · 수량 선택 → 장바구니 → 주문 관리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67528" y="3712464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3119</Words>
  <Application>Microsoft Office PowerPoint</Application>
  <PresentationFormat>와이드스크린</PresentationFormat>
  <Paragraphs>656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Pretendard</vt:lpstr>
      <vt:lpstr>Pretendard SemiBold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ASAK : 샐러드 스마트 키오스크</dc:title>
  <dc:subject>PptxGenJS Presentation</dc:subject>
  <dc:creator>TEAM ASAK</dc:creator>
  <cp:lastModifiedBy>Administrator</cp:lastModifiedBy>
  <cp:revision>3</cp:revision>
  <dcterms:created xsi:type="dcterms:W3CDTF">2026-08-07T09:17:33Z</dcterms:created>
  <dcterms:modified xsi:type="dcterms:W3CDTF">2026-08-07T09:30:50Z</dcterms:modified>
</cp:coreProperties>
</file>