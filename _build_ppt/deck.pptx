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팀명 다비치, 팀원 이하진·김나연. 멘토(강사) 이름만 확인해 채운다. 기간은 회의록 2026-W27~W32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목차. 5개 섹션은 결과보고서 표준 구성을 따른다.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개요. 실제로 구현하지 않은 결제 수단·AI 추천·하드웨어 제어는 쓰지 않는다. 기대 효과는 수치 없이 목표로만 서술한다.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구성. WBS 담당 건수와 워크로그 entries 기준으로 작성했다. 이하진 26건 · 김나연 15건.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절차. 1~6단계 완료, 7 실서버 연동·8 통합 검증은 진행 중이다. current-status-baseline.md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활용 기술. 표에 적은 기술은 실제 저장소에서 사용 중인 것만 기재한다.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구조. RTOS·임베디드·카드리더기·프린터는 구현 범위가 아니므로 넣지 않았다.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화면설계서. Figma 화면 흐름 캡처를 확보하면 3개 자리표시자를 교체한다.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상세 화면. 옵션 정책(min_select·max_select)과 제외 가능 재료(can_remove)가 화면에 반영되는 지점이다.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장바구니 화면. 결제 API 연결 전이면 "결제 화면으로 이동"까지만 말하고 결제 성공 결과는 언급하지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주문 관리. Live 주문 또는 주문 관리 화면 캡처를 넣는다.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프로세스. 06 1차 통합을 현재 단계로 강조했다. 실제 진행 단계에 맞춰 강조 위치를 옮긴다.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자체 평가. current-status-baseline.md의 「mock 1차 연결은 DONE이 아니다」 원칙을 그대로 따라 보완할 점을 서술했다. 점수는 넣지 않았다.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질의응답으로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선택이 많은 샐러드 주문을 고객 키오스크와 관리자 운영 화면으로 연결한다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 · 김나연   |   멘토 남상규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결과보고서_다비치(ASAK 샐러드 스마트 키오스크)  ·  2026.06.29 ~ 2026.08.07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 배경 · 범위 · 기대 효과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화면 · API · 산출물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→ 설계 → 개발 → 통합 → QA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· 구조 · ERD · 화면 ·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 · 보완할 점 · 배운 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선택이 많은 샐러드 주문을 고객 키오스크와 관리자 운영 화면으로 연결한다.  ·  2인 팀 · 6주 · 저장소 4개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 및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선정 배경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2889504"/>
            <a:ext cx="18196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 주문은 메뉴 외에도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선택, 재료 제외,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변경처럼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항목이 많다.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4023360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과정을 쉽게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이해할 수 있는 흐름을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만들고자 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특화 포인트 ·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차별화 내용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39796" y="2889504"/>
            <a:ext cx="18196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메뉴 주문이 아니라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정책, 제외 재료,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여부, 수량 제한을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흐름에 반영한다.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939796" y="402336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결과는 관리자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 확인한다.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8895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메뉴 목록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장바구니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40416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429768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956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521208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검증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장비 및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612380" y="28895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553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8039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405993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7183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97433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방안 및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288950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복잡한 옵션을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흐름에 따라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선택할 수 있다.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948672" y="378561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운영자는 주문과 메뉴를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화면에서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수 있다.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948672" y="46817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입력 오류를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줄이는 것이 목표다.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팀으로 저장소 4개(문서 · Kiosk · Admin · Backend)를 나누어 맡고, WBS 85건을 증거 기준으로 관리했다.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2121408"/>
            <a:ext cx="694944" cy="694944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230428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2139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이하진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279392" y="2194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WBS 26건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54480" y="2523744"/>
            <a:ext cx="2377440" cy="25603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554480" y="25786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문서 · 관리자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문서·WBS·ERD·API 명세 정본 관리</a:t>
            </a:r>
            <a:endParaRPr lang="en-US" sz="115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디자인 토큰 · 공통 컴포넌트 · 화면 매핑</a:t>
            </a:r>
            <a:endParaRPr lang="en-US" sz="115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전 화면 구현 — Live 주문 · 주문 관리 · 상태 전환</a:t>
            </a:r>
            <a:endParaRPr lang="en-US" sz="115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· 메뉴 · 결제수단 · 매출 · 대시보드 화면</a:t>
            </a:r>
            <a:endParaRPr lang="en-US" sz="115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실서버 API 연동, DB 스키마 반영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5664" y="2121408"/>
            <a:ext cx="694944" cy="694944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55664" y="230428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139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김나연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040112" y="2194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WBS 15건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2523744"/>
            <a:ext cx="2377440" cy="25603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0" y="25786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· 백엔드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55664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 Figma 초기 설계 (로그인 · 주문 현황 · 매출)</a:t>
            </a:r>
            <a:endParaRPr lang="en-US" sz="115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전 화면 구현 — 라우트 · 메뉴 목록 · 상세 · 옵션</a:t>
            </a:r>
            <a:endParaRPr lang="en-US" sz="115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필수·선택 옵션 활성 조건, 알레르기 조건부 표시</a:t>
            </a:r>
            <a:endParaRPr lang="en-US" sz="115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제한(메뉴 9개 · 장바구니 30개) 및 초과 안내</a:t>
            </a:r>
            <a:endParaRPr lang="en-US" sz="115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· 주문 완료 · 타임아웃 화면, Kiosk 실서버 API 연동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8912" y="5303520"/>
            <a:ext cx="11313871" cy="56692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54498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 남상규  ·  주차별 강사 피드백으로 API 계약 · 상태 관리 · 수직 슬라이스 구현 순서를 조정했다.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회의록과 WBS를 근거로 8단계를 진행했다. 7단계 실서버 연동과 8단계 통합 검증은 현재 진행 중이다.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W27  6/29~7/5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· DB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W28  7/6~7/12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Figma UI 확정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  7/13~7/19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W29~W30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화면 구현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  7/20~7/26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계약 · 백엔드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W30~W31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실서버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W31~W32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 검증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W32  8/3~8/7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2026.06.29  ~  2026.08.07   (6주 · ISO W27~W32)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· 화면 · 프로세스 · 피드백 · 결과물 다섯 축으로 수행 경과를 정리했다.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기반 Kiosk /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화면과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MyBatis ·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 기반 API 구조를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기능 및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 · 수량 선택,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장바구니,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· 메뉴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화면을 구성했다.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분석부터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설계, 화면 · API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개발, 통합, QA,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준비까지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단계별로 진행했다.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검토에서 확인된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 · 주문 검증 ·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구조 사항을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Kiosk, Admin, ERD,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테스트,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WBS 자료를</a:t>
            </a:r>
            <a:endParaRPr lang="en-US" sz="11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결과물로 정리했다.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 구현 방법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 구현 방법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Home, 메뉴 목록 · 상세, 장바구니, 결제 관련 화면 및 주문 상태 관리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주문, 주문 관리, 메뉴 관리, 품절 · 판매 관련 화면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 · MyBatis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· 관리자 API, 메뉴 · 옵션 · 주문 검증 및 상태 처리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데이터베이스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— 메뉴 · 재료 · 옵션 정책 · 주문 · 결제, 상태값은 공통코드로 관리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검증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· Figma · Bruno · WBS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형상 관리, 화면 설계, API 테스트, 작업 상태 관리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" y="4992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 요약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Kiosk와 Admin은 역할별로 독립된 React 애플리케이션으로 구성하고, Spring Boot API를 통해 메뉴 · 옵션 · 주문 데이터를 조회 · 검증한다.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Mapper는 메뉴 구성과 주문 저장에 필요한 테이블 관계를 연결한다.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33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Menu · Detail · Cart · Payment</a:t>
            </a:r>
            <a:endParaRPr lang="en-US" sz="9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Router · Zustand · Axios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메뉴 관리</a:t>
            </a:r>
            <a:endParaRPr lang="en-US" sz="9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· 결제수단 · 매출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Controller · Admin Controller · Service · Validation</a:t>
            </a:r>
            <a:endParaRPr lang="en-US" sz="9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menu · ing · opt_policy · orders · payment · common_code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075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514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075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2951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291840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329184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11480" y="3355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3611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38313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2702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709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291840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329184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2423160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3611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270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4897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47091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49286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29184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78040" y="329184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7269480" y="3355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3611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3831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050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270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489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291840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601200" y="329184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692640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3831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050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2702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489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4709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28116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561320" y="24688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29184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01168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9728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97280" y="5358384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56132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메뉴는 카테고리 · 기본 재료(menu_ing) · 옵션 정책(menu_opt_policy)으로 구성하며, 옵션 선택 조건(min/max_select)과 제외 가능 재료(can_remove)를 주문 화면에 제공한다.</a:t>
            </a:r>
            <a:endParaRPr lang="en-US" sz="1150" dirty="0"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테이블 — tag · menu_tag · allergen · ing_allergen · menu_nutr · opt_item_comp · menu_opt_override (전체 24개 테이블 중 핵심 9개만 표시)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주문은 메뉴 단위의 주문 항목으로 저장하고, 선택 옵션(order_item_option)과 제외 재료(item_exclusion)를 주문 항목에 연결해 주문 내용을 보존한다.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카테고리 선택에서 장바구니까지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카테고리별 메뉴를 조회하고,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화면에서 옵션 · 제외 재료 ·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수량을 선택합니다.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232595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결과는 장바구니에 반영되어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금액을 확인할 수 있습니다.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" y="402336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" y="40690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438912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912" y="4434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475488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" y="4800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1517904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1956816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9160" y="3474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3730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20840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9" name="Shape 27"/>
          <p:cNvSpPr/>
          <p:nvPr/>
        </p:nvSpPr>
        <p:spPr>
          <a:xfrm>
            <a:off x="7013448" y="1956816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13448" y="3474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013448" y="3730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25128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Shape 31"/>
          <p:cNvSpPr/>
          <p:nvPr/>
        </p:nvSpPr>
        <p:spPr>
          <a:xfrm>
            <a:off x="9317736" y="1956816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17736" y="3474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317736" y="3730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— 카테고리 선택 → 메뉴 선택 → 옵션 · 제외 재료 · 수량 → 장바구니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상태(기본 · 품절 · 선택 불가)는 Screen Bible 기준으로 정의했습니다.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카테고리별로 메뉴를 조회하고, 각 메뉴의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· 가격 · 이미지 · 품절 여부를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원하는 메뉴를 선택해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화면으로 이동합니다.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목록은 샐러드 주문 흐름의 시작점이며,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메뉴는 선택하지 못하도록 안내합니다.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전환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API(GET /api/kiosk/categories · menuList)는 구현되어 있고, 실 DB 응답 검증이 남아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기본 정보와 가격을 확인한 뒤 옵션 정책에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 필수 · 선택 항목을 고릅니다.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재료 중 제외 가능한 재료를 선택하고,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수량을 변경할 수 있습니다.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 조건 · 품절 여부 · 수량 제한은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전 서버에서 다시 검증합니다.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API(POST /api/kiosk/cart/validate)가 서버에서 총액을 재계산합니다.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선택한 메뉴, 옵션, 제외 재료,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수량, 주문 금액을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주문 내용을 검토한 뒤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화면으로 이동합니다.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완료 처리 범위는 팀 확인 후 확정합니다.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현재는 결제 화면 이동까지 표현합니다.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화면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관리자는 Live 주문과 주문 목록에서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번호, 주문 메뉴, 주문 상태를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상세에서는 선택 옵션과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 정보를 확인합니다.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242816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3891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상태는 접수 · 준비 · 완료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흐름에 맞춰 관리합니다.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캡처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 × 1080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조회 · Live · 상태 변경 API 경로는 구현되어 있으며, 통합 테스트가 진행 중입니다.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01584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1584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01584" y="226771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관리자는 메뉴 목록 · 상세 · 카테고리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정보를 조회합니다.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302082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메뉴의 기본 정보와 옵션 정책은</a:t>
            </a:r>
            <a:endParaRPr lang="en-US" sz="13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주문 화면에 제공되는 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4242816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02752" y="43891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· 수정 · 삭제 가능 범위는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확인 후 제목과 본문을 조정합니다.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캡처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 × 1080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691640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1837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22768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2551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76272" y="2258568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8" name="Shape 16"/>
          <p:cNvSpPr/>
          <p:nvPr/>
        </p:nvSpPr>
        <p:spPr>
          <a:xfrm>
            <a:off x="2377440" y="1691640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60320" y="1837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22768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2551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2258568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3" name="Shape 21"/>
          <p:cNvSpPr/>
          <p:nvPr/>
        </p:nvSpPr>
        <p:spPr>
          <a:xfrm>
            <a:off x="4315968" y="1691640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98848" y="1837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22768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498848" y="2551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53328" y="2258568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6254496" y="1691640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37376" y="1837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437376" y="22768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37376" y="2551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91856" y="2258568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93024" y="1691640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75904" y="1837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375904" y="22768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375904" y="2551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408176" y="3246120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591056" y="33924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591056" y="38313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591056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45536" y="3813048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2" name="Shape 40"/>
          <p:cNvSpPr/>
          <p:nvPr/>
        </p:nvSpPr>
        <p:spPr>
          <a:xfrm>
            <a:off x="3346704" y="3246120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29584" y="33924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3529584" y="38313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529584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84064" y="3813048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7" name="Shape 45"/>
          <p:cNvSpPr/>
          <p:nvPr/>
        </p:nvSpPr>
        <p:spPr>
          <a:xfrm>
            <a:off x="5285232" y="3246120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68112" y="33924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5468112" y="38313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QA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468112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· 브라우저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22592" y="3813048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2" name="Shape 50"/>
          <p:cNvSpPr/>
          <p:nvPr/>
        </p:nvSpPr>
        <p:spPr>
          <a:xfrm>
            <a:off x="7223760" y="3246120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06640" y="33924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7406640" y="38313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시연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406640" y="4105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정리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  →  UI/DB 설계  →  키오스크 · 관리자 · 백엔드 개발  →  1차 통합  →  DB 연동  →  테스트 QA  →  발표 시연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path 형식과 camelCase / snake_case가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통일되어 있지 않다. 전역 상태도 과다하다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경로 · 네이밍 규칙을 명세로 통일하고,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하나로 축소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DTO와 Mapper 구조를 정리하고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슬라이스 한 경로로 완성하라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dto/request · dto/response 분리,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인터페이스 Mapper로 전환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MySQL 스키마가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일치하는지 비교가 필요하다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API 명세를 실제 스키마와 대조해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FK 39건 기준으로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주문 생성 API까지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실연결하고 DB로 검증하라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 서버 재계산 구현,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· 결제 승인 연동은 진행 중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38912" y="5998464"/>
            <a:ext cx="11313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회의록 2026-W29 · W30 · W32 「강사 피드백」 항목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확인 → 주문 생성 → 관리자 주문 확인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[시연 영상 제출 시 파일명 또는 링크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기타 참고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명세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API 테스트 자료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GitHub 저장소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300984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설계, 데이터 모델, API 테스트 자료를 함께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관리해 구현 화면과 데이터 흐름을 추적했습니다.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[검증 결과 요약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산출물 목록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Screen Bible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ERD · 주문 · 결제 ERD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컬렉션 · MySQL 조회 결과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17373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 단계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48256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실서버 연동</a:t>
            </a:r>
            <a:endParaRPr lang="en-US" sz="2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66928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wbs.md · 아삭_mysql.sql · 저장소 baseline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20848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팀이 문서 · Kiosk · Admin · Backend를 저장소로 분리하고, 옵션 정책과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재료까지 반영한 24개 테이블 데이터 모델을 설계했습니다.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생성과 결제 승인 API가 미완성이고, 관리자 화면 다수가 아직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mock 연결 단계입니다. QA 테스트 케이스도 실행 증거가 없어 검증이 남아 있습니다.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157216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· API · DB를 따로 확인하는 것만으로는 부족했습니다. 강사 피드백대로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Controller → Service → Mapper → DB를 한 경로로 완성하는 순서가 중요했습니다.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샐러드 스마트 키오스크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 장바구니 → 주문 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TEAM ASAK</cp:lastModifiedBy>
  <cp:revision>1</cp:revision>
  <dcterms:created xsi:type="dcterms:W3CDTF">2026-08-07T09:36:12Z</dcterms:created>
  <dcterms:modified xsi:type="dcterms:W3CDTF">2026-08-07T09:36:12Z</dcterms:modified>
</cp:coreProperties>
</file>